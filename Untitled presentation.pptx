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DD0AD2B-C024-4332-B78C-D941817805B0}">
  <a:tblStyle styleId="{1DD0AD2B-C024-4332-B78C-D941817805B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6fb30b9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6fb30b9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6fb30b96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6fb30b96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6fb30b965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56fb30b96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56fb30b96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56fb30b96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6fb30b96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56fb30b96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6fb30b96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6fb30b96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6fb30b96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56fb30b96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Predicting Obesity &amp; Overweight Prevalence In US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Goal: Predict obesity/overweight rates using demographic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 Source: CDC Behavioral Risk Factor Surveillance System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Target Variables: Obesity (Q036) and Overweight (Q037) prevalence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3036" y="0"/>
            <a:ext cx="519792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1625" y="333375"/>
            <a:ext cx="6000750" cy="447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33011"/>
            <a:ext cx="9143999" cy="3877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31615"/>
            <a:ext cx="9144002" cy="3880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Approach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</a:t>
            </a:r>
            <a:endParaRPr/>
          </a:p>
          <a:p>
            <a:pPr indent="-2914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interpretable coefficients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Ridge</a:t>
            </a:r>
            <a:endParaRPr/>
          </a:p>
          <a:p>
            <a:pPr indent="-2914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Handles multicollinearity, prevents overfitting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Random Forest</a:t>
            </a:r>
            <a:endParaRPr/>
          </a:p>
          <a:p>
            <a:pPr indent="-2914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Handles non-linearity, robust to outliers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XGBoost</a:t>
            </a:r>
            <a:endParaRPr/>
          </a:p>
          <a:p>
            <a:pPr indent="-2914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Handels missing values better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Obesity and Overweight Prediction the best model was XGBoost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2" name="Google Shape;102;p20"/>
          <p:cNvGraphicFramePr/>
          <p:nvPr/>
        </p:nvGraphicFramePr>
        <p:xfrm>
          <a:off x="353300" y="1670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{1DD0AD2B-C024-4332-B78C-D941817805B0}</a:tableStyleId>
              </a:tblPr>
              <a:tblGrid>
                <a:gridCol w="2148050"/>
                <a:gridCol w="2148050"/>
                <a:gridCol w="2148050"/>
                <a:gridCol w="2148050"/>
              </a:tblGrid>
              <a:tr h="61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Mean absolute error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R^2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Top Predictors: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26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Obesity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3.09 (Average)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0.705 (Good)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Age (18-24)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Race/Ethnicity (Asian)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State (Colorado)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15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Overweight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2.31 (Good)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0.47 (Average)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Sex (Male)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Age (18-24)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Income (&lt;$15K)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